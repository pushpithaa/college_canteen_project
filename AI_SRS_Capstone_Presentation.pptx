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AI-Assisted SRS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College Canteen Food Ordering Application</a:t>
            </a:r>
          </a:p>
          <a:p>
            <a:r>
              <a:t>Capstone 72 Requirements Kit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Queue congestion during peak lunch hours</a:t>
            </a:r>
          </a:p>
          <a:p>
            <a:r>
              <a:t>- Student order delays and kitchen stock mismanagement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Functional &amp; Non-Functional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FR: Google/College Auth, Live Menu, UPI Checkout, Token Tracking</a:t>
            </a:r>
          </a:p>
          <a:p>
            <a:r>
              <a:t>- NFR: &lt;2s response, TLS 1.3 encryption, 500 active users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Verification &amp; Hallucination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Removed drone delivery &amp; crypto payment hallucinations</a:t>
            </a:r>
          </a:p>
          <a:p>
            <a:r>
              <a:t>- IEEE 29148 standard compliance verification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Automation &amp; Traceability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Python script (validate_srs.py) for ID uniqueness &amp; test mapping</a:t>
            </a:r>
          </a:p>
          <a:p>
            <a:r>
              <a:t>- 100% Traceability (FR-01 to TC-01 ... FR-05 to TC-05)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IEEE Compliant SRS Package ready for deployment</a:t>
            </a:r>
          </a:p>
          <a:p>
            <a:r>
              <a:t>- Complete document &amp; prompt audit library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